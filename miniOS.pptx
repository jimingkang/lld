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451860" y="662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miniOS-pi3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" y="628650"/>
            <a:ext cx="12074366" cy="711660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181350" y="114300"/>
            <a:ext cx="53982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miniOS-pi</a:t>
            </a:r>
            <a:r>
              <a:rPr lang="zh-CN" altLang="en-US" sz="2400" b="1"/>
              <a:t>的用户进程结构和虚拟地址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771650"/>
            <a:ext cx="8950643" cy="3782854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67050" y="7429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1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0" y="457200"/>
            <a:ext cx="8258175" cy="65913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2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3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457200"/>
            <a:ext cx="7953375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09900" y="5715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/>
              <a:t>miniOS </a:t>
            </a:r>
            <a:r>
              <a:rPr lang="zh-CN" altLang="en-US" sz="2400" b="1"/>
              <a:t>用户进程创建与切换调用链（</a:t>
            </a:r>
            <a:r>
              <a:rPr lang="en-US" altLang="zh-CN" sz="2400" b="1"/>
              <a:t>4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endParaRPr lang="en-US" sz="2400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0" y="1143000"/>
            <a:ext cx="5841206" cy="4391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Presentation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jimingkang</dc:creator>
  <cp:lastModifiedBy>JiMing Kang</cp:lastModifiedBy>
  <cp:revision>4</cp:revision>
  <dcterms:created xsi:type="dcterms:W3CDTF">2026-10-20T14:02:20Z</dcterms:created>
  <dcterms:modified xsi:type="dcterms:W3CDTF">2026-10-20T14:02:20Z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53097E6E5468BF52A012D56A7F3D061A_41</vt:lpwstr>
  </property>
  <property fmtid="{D5CDD505-2E9C-101B-9397-08002B2CF9AE}" pid="3" name="KSOProductBuildVer">
    <vt:lpwstr>1033-12.1.21937.21937</vt:lpwstr>
  </property>
</Properties>
</file>