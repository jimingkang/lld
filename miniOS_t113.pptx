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miniOS_t113</a:t>
            </a:r>
            <a:br>
              <a:rPr lang="en-US"/>
            </a:b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9185" y="-219075"/>
            <a:ext cx="10515600" cy="1325563"/>
          </a:xfrm>
        </p:spPr>
        <p:txBody>
          <a:bodyPr/>
          <a:p>
            <a:r>
              <a:rPr lang="zh-CN" altLang="en-US"/>
              <a:t>异常向量</a:t>
            </a:r>
            <a:r>
              <a:rPr lang="zh-CN" altLang="en-US"/>
              <a:t>表</a:t>
            </a:r>
            <a:endParaRPr lang="zh-CN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7950" y="688975"/>
            <a:ext cx="10515600" cy="36620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85" y="3270250"/>
            <a:ext cx="10425430" cy="3464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00380" y="245745"/>
            <a:ext cx="11106150" cy="32473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" y="3612515"/>
            <a:ext cx="11106150" cy="26879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603885"/>
            <a:ext cx="12101830" cy="7188835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931670" y="88900"/>
            <a:ext cx="10336530" cy="514985"/>
          </a:xfrm>
        </p:spPr>
        <p:txBody>
          <a:bodyPr/>
          <a:p>
            <a:r>
              <a:rPr lang="en-US" altLang="zh-CN" sz="2800"/>
              <a:t>                         init</a:t>
            </a:r>
            <a:r>
              <a:rPr lang="zh-CN" altLang="en-US" sz="2800"/>
              <a:t>进程结构</a:t>
            </a:r>
            <a:endParaRPr lang="zh-CN" altLang="en-US"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WPS Presentation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7" baseType="lpstr">
      <vt:lpstr>Arial</vt:lpstr>
      <vt:lpstr>SimSun</vt:lpstr>
      <vt:lpstr>Wingdings</vt:lpstr>
      <vt:lpstr>Arial Unicode MS</vt:lpstr>
      <vt:lpstr>Calibri Light</vt:lpstr>
      <vt:lpstr>Helvetica Neue</vt:lpstr>
      <vt:lpstr>Calibri</vt:lpstr>
      <vt:lpstr>Microsoft YaHei</vt:lpstr>
      <vt:lpstr>汉仪旗黑</vt:lpstr>
      <vt:lpstr>SimSun</vt:lpstr>
      <vt:lpstr>宋体-简</vt:lpstr>
      <vt:lpstr>SimSun</vt:lpstr>
      <vt:lpstr>Office Theme</vt:lpstr>
      <vt:lpstr>PowerPoint 演示文稿</vt:lpstr>
      <vt:lpstr>PowerPoint 演示文稿</vt:lpstr>
      <vt:lpstr>PowerPoint 演示文稿</vt:lpstr>
      <vt:lpstr>异常向量表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miniOS_t113 </dc:title>
  <dc:creator>jimingkang</dc:creator>
  <cp:lastModifiedBy>JiMing Kang</cp:lastModifiedBy>
  <cp:revision>2</cp:revision>
  <dcterms:created xsi:type="dcterms:W3CDTF">2026-10-20T14:30:52Z</dcterms:created>
  <dcterms:modified xsi:type="dcterms:W3CDTF">2026-10-20T14:30:52Z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1F56A112CDD959511C7BD76AD6E32E35_43</vt:lpwstr>
  </property>
  <property fmtid="{D5CDD505-2E9C-101B-9397-08002B2CF9AE}" pid="3" name="KSOProductBuildVer">
    <vt:lpwstr>1033-12.1.21937.21937</vt:lpwstr>
  </property>
</Properties>
</file>