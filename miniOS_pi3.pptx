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>
                <a:sym typeface="+mn-ea"/>
              </a:rPr>
              <a:t>miniOS-pi3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451860" y="662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" y="628650"/>
            <a:ext cx="12074366" cy="711660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181350" y="114300"/>
            <a:ext cx="53982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/>
              <a:t>miniOS-pi</a:t>
            </a:r>
            <a:r>
              <a:rPr lang="zh-CN" altLang="en-US" sz="2400" b="1"/>
              <a:t>的用户进程结构和虚拟地址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771650"/>
            <a:ext cx="8950643" cy="3782854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67050" y="7429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1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0" y="457200"/>
            <a:ext cx="8258175" cy="65913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09900" y="571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2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009900" y="571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3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457200"/>
            <a:ext cx="7953375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009900" y="571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4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0" y="1143000"/>
            <a:ext cx="5841206" cy="4391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Presentation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SimSun</vt:lpstr>
      <vt:lpstr>宋体-简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jimingkang</dc:creator>
  <cp:lastModifiedBy>JiMing Kang</cp:lastModifiedBy>
  <cp:revision>5</cp:revision>
  <dcterms:created xsi:type="dcterms:W3CDTF">2026-10-21T01:05:11Z</dcterms:created>
  <dcterms:modified xsi:type="dcterms:W3CDTF">2026-10-21T01:05:11Z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8D82429A06F0EE40C70FD86A7608739E_43</vt:lpwstr>
  </property>
  <property fmtid="{D5CDD505-2E9C-101B-9397-08002B2CF9AE}" pid="3" name="KSOProductBuildVer">
    <vt:lpwstr>1033-12.1.21937.21937</vt:lpwstr>
  </property>
</Properties>
</file>